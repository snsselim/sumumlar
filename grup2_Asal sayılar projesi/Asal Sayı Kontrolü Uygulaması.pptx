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Nunito" pitchFamily="2" charset="-94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Mono" panose="00000009000000000000" pitchFamily="49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A96D6C-E8D1-4B27-B12B-ACA96E8A699B}" v="8" dt="2025-12-29T11:43:15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na selim" userId="bdae3833240da632" providerId="LiveId" clId="{5922C330-B36B-4E07-853D-74D5B992A3A4}"/>
    <pc:docChg chg="modSld">
      <pc:chgData name="sena selim" userId="bdae3833240da632" providerId="LiveId" clId="{5922C330-B36B-4E07-853D-74D5B992A3A4}" dt="2025-12-29T11:43:52.604" v="13" actId="166"/>
      <pc:docMkLst>
        <pc:docMk/>
      </pc:docMkLst>
      <pc:sldChg chg="modTransition">
        <pc:chgData name="sena selim" userId="bdae3833240da632" providerId="LiveId" clId="{5922C330-B36B-4E07-853D-74D5B992A3A4}" dt="2025-12-29T11:42:46.666" v="1"/>
        <pc:sldMkLst>
          <pc:docMk/>
          <pc:sldMk cId="0" sldId="257"/>
        </pc:sldMkLst>
      </pc:sldChg>
      <pc:sldChg chg="modTransition">
        <pc:chgData name="sena selim" userId="bdae3833240da632" providerId="LiveId" clId="{5922C330-B36B-4E07-853D-74D5B992A3A4}" dt="2025-12-29T11:43:02.488" v="3"/>
        <pc:sldMkLst>
          <pc:docMk/>
          <pc:sldMk cId="0" sldId="258"/>
        </pc:sldMkLst>
      </pc:sldChg>
      <pc:sldChg chg="modSp mod modTransition">
        <pc:chgData name="sena selim" userId="bdae3833240da632" providerId="LiveId" clId="{5922C330-B36B-4E07-853D-74D5B992A3A4}" dt="2025-12-29T11:43:52.604" v="13" actId="166"/>
        <pc:sldMkLst>
          <pc:docMk/>
          <pc:sldMk cId="0" sldId="259"/>
        </pc:sldMkLst>
        <pc:picChg chg="ord">
          <ac:chgData name="sena selim" userId="bdae3833240da632" providerId="LiveId" clId="{5922C330-B36B-4E07-853D-74D5B992A3A4}" dt="2025-12-29T11:43:52.604" v="13" actId="166"/>
          <ac:picMkLst>
            <pc:docMk/>
            <pc:sldMk cId="0" sldId="259"/>
            <ac:picMk id="150" creationId="{00000000-0000-0000-0000-000000000000}"/>
          </ac:picMkLst>
        </pc:picChg>
      </pc:sldChg>
      <pc:sldChg chg="modTransition">
        <pc:chgData name="sena selim" userId="bdae3833240da632" providerId="LiveId" clId="{5922C330-B36B-4E07-853D-74D5B992A3A4}" dt="2025-12-29T11:43:10.561" v="5"/>
        <pc:sldMkLst>
          <pc:docMk/>
          <pc:sldMk cId="0" sldId="260"/>
        </pc:sldMkLst>
      </pc:sldChg>
      <pc:sldChg chg="modTransition">
        <pc:chgData name="sena selim" userId="bdae3833240da632" providerId="LiveId" clId="{5922C330-B36B-4E07-853D-74D5B992A3A4}" dt="2025-12-29T11:43:12.565" v="6"/>
        <pc:sldMkLst>
          <pc:docMk/>
          <pc:sldMk cId="0" sldId="261"/>
        </pc:sldMkLst>
      </pc:sldChg>
      <pc:sldChg chg="modTransition">
        <pc:chgData name="sena selim" userId="bdae3833240da632" providerId="LiveId" clId="{5922C330-B36B-4E07-853D-74D5B992A3A4}" dt="2025-12-29T11:43:15.060" v="7"/>
        <pc:sldMkLst>
          <pc:docMk/>
          <pc:sldMk cId="0" sldId="262"/>
        </pc:sldMkLst>
      </pc:sldChg>
      <pc:sldChg chg="modSp mod">
        <pc:chgData name="sena selim" userId="bdae3833240da632" providerId="LiveId" clId="{5922C330-B36B-4E07-853D-74D5B992A3A4}" dt="2025-12-29T11:43:31.955" v="12" actId="255"/>
        <pc:sldMkLst>
          <pc:docMk/>
          <pc:sldMk cId="0" sldId="263"/>
        </pc:sldMkLst>
        <pc:spChg chg="mod">
          <ac:chgData name="sena selim" userId="bdae3833240da632" providerId="LiveId" clId="{5922C330-B36B-4E07-853D-74D5B992A3A4}" dt="2025-12-29T11:43:31.955" v="12" actId="255"/>
          <ac:spMkLst>
            <pc:docMk/>
            <pc:sldMk cId="0" sldId="263"/>
            <ac:spMk id="17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2486124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2486124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248612449_0_2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248612449_0_2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248612449_0_2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248612449_0_2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248612449_0_2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248612449_0_2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248612449_0_2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248612449_0_2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248612449_0_2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248612449_0_2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248612449_0_2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248612449_0_2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643977" y="62547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Asal Sayı Kontrolü Uygulaması </a:t>
            </a:r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643975" y="1914725"/>
            <a:ext cx="57834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Ders: Araştırma Yöntemleri Dönem Projesi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Kurum: AKÜ Sinanpaşa MYO, Bilgisayar Programcılığı 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3587525" y="3654775"/>
            <a:ext cx="5250000" cy="11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700" b="1"/>
              <a:t>(Grup2)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700" b="1"/>
              <a:t>Hazırlayanlar: Sena Nisa Selim-243750032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700" b="1"/>
              <a:t>Melike Betül Yıldız-243750024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700" b="1"/>
              <a:t>Kıymet Taşpunar-243750027</a:t>
            </a:r>
            <a:endParaRPr sz="24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>
            <a:spLocks noGrp="1"/>
          </p:cNvSpPr>
          <p:nvPr>
            <p:ph type="title"/>
          </p:nvPr>
        </p:nvSpPr>
        <p:spPr>
          <a:xfrm>
            <a:off x="1141625" y="181925"/>
            <a:ext cx="6400800" cy="5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4000">
                <a:highlight>
                  <a:srgbClr val="000000"/>
                </a:highlight>
              </a:rPr>
              <a:t>PROJE TANIMI VE AMAÇ</a:t>
            </a:r>
            <a:endParaRPr sz="4000">
              <a:highlight>
                <a:srgbClr val="0000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4"/>
          <p:cNvSpPr txBox="1">
            <a:spLocks noGrp="1"/>
          </p:cNvSpPr>
          <p:nvPr>
            <p:ph type="body" idx="1"/>
          </p:nvPr>
        </p:nvSpPr>
        <p:spPr>
          <a:xfrm>
            <a:off x="387900" y="827600"/>
            <a:ext cx="8368200" cy="44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Uygulama Geliştirme: C# programlama dili kullanılarak, tam sayıların asallık durumunu matematiksel kurallara göre test eden dinamik bir konsol uygulaması geliştirilmiştir .</a:t>
            </a:r>
            <a:endParaRPr sz="1600" b="1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6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Temel Hedef: Karar yapıları (</a:t>
            </a:r>
            <a:r>
              <a:rPr lang="tr" sz="1600" b="1" i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if-else</a:t>
            </a:r>
            <a:r>
              <a:rPr lang="tr" sz="16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ve döngü mekanizmalarının (</a:t>
            </a:r>
            <a:r>
              <a:rPr lang="tr" sz="1600" b="1" i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tr" sz="16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karmaşık matematiksel problemlerin çözümündeki etkinliğini ve algoritma mantığını uygulamalı olarak göstermektir.</a:t>
            </a:r>
            <a:endParaRPr sz="1600" b="1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6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Hata Yönetimi: Uygulama sadece temel asallık kuralını uygulamakla kalmaz; negatif sayılar, 0 ve 1 gibi istisnai durumları da mantıksal olarak denetleyerek doğru sonuç üretmeyi hedefler.</a:t>
            </a:r>
            <a:endParaRPr sz="1600" b="1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7" name="Google Shape;13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0024" y="3186775"/>
            <a:ext cx="2421849" cy="150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5" descr="tarih ,matematik ,teklonojik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>
            <a:spLocks noGrp="1"/>
          </p:cNvSpPr>
          <p:nvPr>
            <p:ph type="title"/>
          </p:nvPr>
        </p:nvSpPr>
        <p:spPr>
          <a:xfrm>
            <a:off x="757875" y="1711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900" b="1">
                <a:solidFill>
                  <a:srgbClr val="E3E3E3"/>
                </a:solidFill>
                <a:highlight>
                  <a:srgbClr val="282A2C"/>
                </a:highlight>
                <a:latin typeface="Arial"/>
                <a:ea typeface="Arial"/>
                <a:cs typeface="Arial"/>
                <a:sym typeface="Arial"/>
              </a:rPr>
              <a:t>YÖNTEM - ALGORİTMA MANTIĞI</a:t>
            </a:r>
            <a:endParaRPr sz="3700" b="1"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1"/>
          </p:nvPr>
        </p:nvSpPr>
        <p:spPr>
          <a:xfrm>
            <a:off x="252600" y="595750"/>
            <a:ext cx="8638800" cy="40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Kullanılan Karar Yapısı: Programda asallık şartlarını denetlemek için </a:t>
            </a:r>
            <a:r>
              <a:rPr lang="tr" sz="12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if-else</a:t>
            </a:r>
            <a:r>
              <a:rPr lang="tr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kontrol yapısı kullanılmıştır.</a:t>
            </a: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Kullanılan Döngü Yapısı: Belirlenen sayı aralığında (2'den girilen sayıya kadar) bölme işlemini tekrarlamak için </a:t>
            </a:r>
            <a:r>
              <a:rPr lang="tr" sz="12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tr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döngüsü tercih edilmiştir.</a:t>
            </a: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Mantıksal Kontrol: Sayının asallık durumunu hafızada tutmak için </a:t>
            </a:r>
            <a:r>
              <a:rPr lang="tr" sz="12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bool</a:t>
            </a:r>
            <a:r>
              <a:rPr lang="tr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(doğru/yanlış) tipi bir değişken kullanılmıştır.</a:t>
            </a: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Performans Optimizasyonu: Sayının asal olmadığı anlaşıldığı ilk anda döngüden çıkmak için </a:t>
            </a:r>
            <a:r>
              <a:rPr lang="tr" sz="12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break</a:t>
            </a:r>
            <a:r>
              <a:rPr lang="tr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komutu kullanılarak gereksiz işlem yükü önlenmiştir.</a:t>
            </a: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6175" y="2322099"/>
            <a:ext cx="3094725" cy="245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 rotWithShape="1">
          <a:blip r:embed="rId4">
            <a:alphaModFix/>
          </a:blip>
          <a:srcRect t="6638"/>
          <a:stretch/>
        </p:blipFill>
        <p:spPr>
          <a:xfrm>
            <a:off x="445000" y="2439500"/>
            <a:ext cx="3429926" cy="25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>
            <a:spLocks noGrp="1"/>
          </p:cNvSpPr>
          <p:nvPr>
            <p:ph type="title"/>
          </p:nvPr>
        </p:nvSpPr>
        <p:spPr>
          <a:xfrm>
            <a:off x="972325" y="301875"/>
            <a:ext cx="75057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               </a:t>
            </a:r>
            <a:r>
              <a:rPr lang="tr">
                <a:solidFill>
                  <a:schemeClr val="dk1"/>
                </a:solidFill>
                <a:highlight>
                  <a:srgbClr val="000000"/>
                </a:highlight>
              </a:rPr>
              <a:t>YÖNTEM - KOD YAPISI</a:t>
            </a:r>
            <a:endParaRPr>
              <a:solidFill>
                <a:schemeClr val="dk1"/>
              </a:solidFill>
              <a:highlight>
                <a:srgbClr val="000000"/>
              </a:highlight>
            </a:endParaRPr>
          </a:p>
        </p:txBody>
      </p:sp>
      <p:sp>
        <p:nvSpPr>
          <p:cNvPr id="156" name="Google Shape;156;p17"/>
          <p:cNvSpPr txBox="1">
            <a:spLocks noGrp="1"/>
          </p:cNvSpPr>
          <p:nvPr>
            <p:ph type="body" idx="1"/>
          </p:nvPr>
        </p:nvSpPr>
        <p:spPr>
          <a:xfrm>
            <a:off x="350525" y="665525"/>
            <a:ext cx="8607900" cy="40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 b="1"/>
              <a:t> </a:t>
            </a:r>
            <a:r>
              <a:rPr lang="tr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Dil: C# (C-Sharp)</a:t>
            </a:r>
            <a:endParaRPr sz="1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Platform: .NET 8.0</a:t>
            </a:r>
            <a:endParaRPr sz="1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Mantık: Sayı 2'den küçükse elenir, değilse </a:t>
            </a:r>
            <a:r>
              <a:rPr lang="tr" sz="14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tr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döngüsü ile tam bölen aranır.</a:t>
            </a:r>
            <a:endParaRPr sz="1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7" name="Google Shape;15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25" y="2234349"/>
            <a:ext cx="3094725" cy="245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918700" y="301875"/>
            <a:ext cx="7505700" cy="7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400" b="1">
                <a:solidFill>
                  <a:schemeClr val="dk1"/>
                </a:solidFill>
                <a:highlight>
                  <a:srgbClr val="000000"/>
                </a:highlight>
              </a:rPr>
              <a:t>"BULGULAR - UYGULAMA TEST EKRANI"</a:t>
            </a:r>
            <a:endParaRPr sz="2400" b="1"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163" name="Google Shape;163;p18"/>
          <p:cNvSpPr txBox="1">
            <a:spLocks noGrp="1"/>
          </p:cNvSpPr>
          <p:nvPr>
            <p:ph type="body" idx="1"/>
          </p:nvPr>
        </p:nvSpPr>
        <p:spPr>
          <a:xfrm>
            <a:off x="405375" y="1031775"/>
            <a:ext cx="8538900" cy="389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5325" y="2092700"/>
            <a:ext cx="43886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>
            <a:spLocks noGrp="1"/>
          </p:cNvSpPr>
          <p:nvPr>
            <p:ph type="title"/>
          </p:nvPr>
        </p:nvSpPr>
        <p:spPr>
          <a:xfrm>
            <a:off x="666750" y="243625"/>
            <a:ext cx="7505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b="1">
                <a:solidFill>
                  <a:schemeClr val="dk1"/>
                </a:solidFill>
                <a:highlight>
                  <a:srgbClr val="000000"/>
                </a:highlight>
              </a:rPr>
              <a:t>SONUÇ VE KAZANIMLAR</a:t>
            </a:r>
            <a:endParaRPr b="1">
              <a:solidFill>
                <a:schemeClr val="dk1"/>
              </a:solidFill>
              <a:highlight>
                <a:srgbClr val="000000"/>
              </a:highlight>
            </a:endParaRPr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1"/>
          </p:nvPr>
        </p:nvSpPr>
        <p:spPr>
          <a:xfrm>
            <a:off x="367425" y="680100"/>
            <a:ext cx="8603100" cy="43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Algoritmik Yetkinlik: C# programlama dilinde döngü (</a:t>
            </a:r>
            <a:r>
              <a:rPr lang="tr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tr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ve karar yapılarının (</a:t>
            </a:r>
            <a:r>
              <a:rPr lang="tr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if-else</a:t>
            </a:r>
            <a:r>
              <a:rPr lang="tr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karmaşık matematiksel problemleri çözmedeki etkinliği deneyimlenmiştir.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Teknik Dokümantasyon: Yazılım projelerinde akademik standartlara uygun raporlama ve teknik doküman (</a:t>
            </a:r>
            <a:r>
              <a:rPr lang="tr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README.md</a:t>
            </a:r>
            <a:r>
              <a:rPr lang="tr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hazırlama becerisi kazanılmıştır.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Hata Yönetimi: Algoritmanın sadece doğru sonuç vermesi değil; negatif sayılar ve istisnai durumlar karşısında da kararlı çalışmasının önemi kavranmıştır.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7500" y="2434600"/>
            <a:ext cx="3233024" cy="256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/>
        </p:nvSpPr>
        <p:spPr>
          <a:xfrm>
            <a:off x="1952440" y="1418827"/>
            <a:ext cx="496050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Dinlediğiniz için Teşekkürler</a:t>
            </a:r>
            <a:br>
              <a:rPr lang="tr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tr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tr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tr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Sorularınız varsa alabilirim</a:t>
            </a:r>
            <a:r>
              <a:rPr lang="tr" sz="12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12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Microsoft Office PowerPoint</Application>
  <PresentationFormat>Ekran Gösterisi (16:9)</PresentationFormat>
  <Paragraphs>28</Paragraphs>
  <Slides>8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5" baseType="lpstr">
      <vt:lpstr>Roboto</vt:lpstr>
      <vt:lpstr>Calibri</vt:lpstr>
      <vt:lpstr>Arial</vt:lpstr>
      <vt:lpstr>Times New Roman</vt:lpstr>
      <vt:lpstr>Nunito</vt:lpstr>
      <vt:lpstr>Roboto Mono</vt:lpstr>
      <vt:lpstr>Shift</vt:lpstr>
      <vt:lpstr>Asal Sayı Kontrolü Uygulaması </vt:lpstr>
      <vt:lpstr>PROJE TANIMI VE AMAÇ </vt:lpstr>
      <vt:lpstr>PowerPoint Sunusu</vt:lpstr>
      <vt:lpstr>YÖNTEM - ALGORİTMA MANTIĞI</vt:lpstr>
      <vt:lpstr>               YÖNTEM - KOD YAPISI</vt:lpstr>
      <vt:lpstr>"BULGULAR - UYGULAMA TEST EKRANI"</vt:lpstr>
      <vt:lpstr>SONUÇ VE KAZANIMLAR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sena selim</cp:lastModifiedBy>
  <cp:revision>1</cp:revision>
  <dcterms:modified xsi:type="dcterms:W3CDTF">2025-12-29T11:43:58Z</dcterms:modified>
</cp:coreProperties>
</file>